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name and the promise: one workspace for the whole team's day. The six colored areas preview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five everyday pains. Land the takeaway: none of this needs more people — it needs one system with proof at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is one web app, role-aware. Three audiences, one shared live database — nothing to install.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six areas at a glance. Stress that every module reads and writes the SAME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ordinary day: employee acts, it hits the manager's inbox, approvals flow into payroll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modules teams feel first. Photo-proof checklists and geofenced attendance are the day-one wins.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Payroll assembles itself from the month's own records — four gates, rollback until the last. Gulf compliance is built in as a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isn't 'admin or not'. ~100 switches, per-person overrides, and it's re-checked in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event reaches the right people on only the channels they chose. WhatsApp is an optional, opt-in add-on.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three-way comparison. Bridge = operations + HR in one flow, flat pricing, your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Enterprise-grade foundations: your own DB, row-level security, encryption, permanent audit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Onboarding is a guided checklist, not a project. First team working the same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loop on one page — setup, daily work, payroll, reviews,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CTA: a 30-minute call and a live look on their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640080"/>
            <a:ext cx="1143000" cy="114300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95560" y="411480"/>
            <a:ext cx="777240" cy="777240"/>
          </a:xfrm>
          <a:prstGeom prst="ellipse">
            <a:avLst/>
          </a:prstGeom>
          <a:solidFill>
            <a:srgbClr val="0284C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0" y="1051560"/>
            <a:ext cx="960120" cy="96012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1600200"/>
            <a:ext cx="1325880" cy="1325880"/>
          </a:xfrm>
          <a:prstGeom prst="ellipse">
            <a:avLst/>
          </a:prstGeom>
          <a:solidFill>
            <a:srgbClr val="E11D48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09960" y="2057400"/>
            <a:ext cx="731520" cy="731520"/>
          </a:xfrm>
          <a:prstGeom prst="ellipse">
            <a:avLst/>
          </a:prstGeom>
          <a:solidFill>
            <a:srgbClr val="D97706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78440" y="2331720"/>
            <a:ext cx="548640" cy="548640"/>
          </a:xfrm>
          <a:prstGeom prst="ellipse">
            <a:avLst/>
          </a:prstGeom>
          <a:solidFill>
            <a:srgbClr val="334155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91440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914400"/>
            <a:ext cx="146304" cy="146304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Shape 8"/>
          <p:cNvSpPr/>
          <p:nvPr/>
        </p:nvSpPr>
        <p:spPr>
          <a:xfrm>
            <a:off x="1408176" y="91440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1700784" y="914400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1993392" y="91440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914400"/>
            <a:ext cx="146304" cy="14630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pPr indent="0" marL="0">
              <a:buNone/>
            </a:pPr>
            <a:r>
              <a:rPr lang="en-US" sz="9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92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workspace for your whole team's day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822960" y="39502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Checklists · Leave · Payroll · Reviews · Compliance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3159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without the spreadsheet chaos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compliance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every growing team knows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everyday failures that quietly cost you money, time, and trust.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48840"/>
            <a:ext cx="512064" cy="512064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415" y="2271735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734056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 faith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3118104"/>
            <a:ext cx="169218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clock in on paper — or not at all.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07757" y="19659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90637" y="2148840"/>
            <a:ext cx="512064" cy="512064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532" y="227173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0637" y="2734056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lost in chat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90637" y="3118104"/>
            <a:ext cx="169218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promises scroll away forever.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66873" y="19659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49753" y="2148840"/>
            <a:ext cx="512064" cy="512064"/>
          </a:xfrm>
          <a:prstGeom prst="ellipse">
            <a:avLst/>
          </a:prstGeom>
          <a:solidFill>
            <a:srgbClr val="0284C7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649" y="2271735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49753" y="2734056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is a guess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249753" y="3118104"/>
            <a:ext cx="169218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call, a hunch, an argument in December.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325990" y="19659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08870" y="2148840"/>
            <a:ext cx="512064" cy="512064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1765" y="2271735"/>
            <a:ext cx="266273" cy="2662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08870" y="2734056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by spreadsheet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508870" y="3118104"/>
            <a:ext cx="169218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late nights. One wrong cell, one wrong salary.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585107" y="1965960"/>
            <a:ext cx="2057949" cy="2148840"/>
          </a:xfrm>
          <a:prstGeom prst="roundRect">
            <a:avLst>
              <a:gd name="adj" fmla="val 399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67987" y="2148840"/>
            <a:ext cx="512064" cy="512064"/>
          </a:xfrm>
          <a:prstGeom prst="ellipse">
            <a:avLst/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0882" y="2271735"/>
            <a:ext cx="266273" cy="26627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67987" y="2734056"/>
            <a:ext cx="169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767987" y="3118104"/>
            <a:ext cx="1692189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“Who approved this?” — silence.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48640" y="4389120"/>
            <a:ext cx="11094415" cy="1417320"/>
          </a:xfrm>
          <a:prstGeom prst="roundRect">
            <a:avLst>
              <a:gd name="adj" fmla="val 580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868680" y="4526280"/>
            <a:ext cx="104543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need more people.  </a:t>
            </a:r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one system that carries a task from the moment it happens to the moment it is paid, approved, and filed — with proof at every step.  </a:t>
            </a:r>
            <a:pPr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is that system.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your whole company opens in the morning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 or a laptop, nothing to install. Everyone sees only what their role allows.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48477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40280"/>
            <a:ext cx="777240" cy="77724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42681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090672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31520" y="3474720"/>
            <a:ext cx="31190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day: clock in, today's checklists, and their live leave balance.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3458" y="2057400"/>
            <a:ext cx="348477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36338" y="2240280"/>
            <a:ext cx="777240" cy="777240"/>
          </a:xfrm>
          <a:prstGeom prst="ellipse">
            <a:avLst/>
          </a:prstGeom>
          <a:solidFill>
            <a:srgbClr val="0284C7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42681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36338" y="3090672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4536338" y="3474720"/>
            <a:ext cx="31190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team, plus one inbox with everything waiting for a decision.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158277" y="2057400"/>
            <a:ext cx="3484778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41157" y="2240280"/>
            <a:ext cx="777240" cy="7772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242681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41157" y="3090672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Owners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341157" y="3474720"/>
            <a:ext cx="311901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compliance, and live analytics across the whole company.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68680" y="50749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areas, one shared live database  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copy-paste between tools, no version confusion.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pic>
        <p:nvPicPr>
          <p:cNvPr id="4" name="Image 0" descr="/sessions/charming-wonderful-shannon/mnt/outputs/bridge_assets/e533d87688ff26339ba9471a13d31d6340f99bf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794" y="914400"/>
            <a:ext cx="8390106" cy="525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pic>
        <p:nvPicPr>
          <p:cNvPr id="4" name="Image 0" descr="/sessions/charming-wonderful-shannon/mnt/outputs/bridge_assets/424ad615378ec4e990b7e44bc23197033aa9d56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376" y="914400"/>
            <a:ext cx="10482943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employee does flows to the manager's inbox; everything approved flows into payroll — automatically.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Thirteen connected modules. Here are the ones teams feel from day 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15258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148840"/>
            <a:ext cx="530352" cy="530352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804" y="2276124"/>
            <a:ext cx="275783" cy="275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752344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31520" y="313639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 lists with due times, required photo proof, auto-LATE, and auto-escalation.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8218" y="1965960"/>
            <a:ext cx="3515258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21098" y="2148840"/>
            <a:ext cx="530352" cy="530352"/>
          </a:xfrm>
          <a:prstGeom prst="ellipse">
            <a:avLst/>
          </a:prstGeom>
          <a:solidFill>
            <a:srgbClr val="0284C7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383" y="2276124"/>
            <a:ext cx="275783" cy="27578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1098" y="2752344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21098" y="313639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clock in/out with optional office geofence and automatic late / early flags.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7797" y="1965960"/>
            <a:ext cx="3515258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10677" y="2148840"/>
            <a:ext cx="530352" cy="53035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7961" y="2276124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10677" y="2752344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310677" y="3136392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that calculate themselves; apply in 20 seconds; multi-stage approval.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041648"/>
            <a:ext cx="3515258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224528"/>
            <a:ext cx="530352" cy="530352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04" y="4351812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520" y="482803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&amp; Shifts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31520" y="5212080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as pay or comp-off; weekly rosters planned as drafts, published in one click.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38218" y="4041648"/>
            <a:ext cx="3515258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21098" y="4224528"/>
            <a:ext cx="530352" cy="530352"/>
          </a:xfrm>
          <a:prstGeom prst="ellipse">
            <a:avLst/>
          </a:prstGeom>
          <a:solidFill>
            <a:srgbClr val="E11D48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383" y="4351812"/>
            <a:ext cx="275783" cy="27578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21098" y="482803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OKRs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4521098" y="5212080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appraisal cycles and company goals that roll up the org tree automatically.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27797" y="4041648"/>
            <a:ext cx="3515258" cy="1847088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10677" y="4224528"/>
            <a:ext cx="530352" cy="530352"/>
          </a:xfrm>
          <a:prstGeom prst="ellipse">
            <a:avLst/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7961" y="4351812"/>
            <a:ext cx="275783" cy="27578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310677" y="4828032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8310677" y="5212080"/>
            <a:ext cx="3149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&amp; HR dashboards where every chart drills down to the underlying record.</a:t>
            </a:r>
            <a:endParaRPr lang="en-US" sz="1150" dirty="0"/>
          </a:p>
        </p:txBody>
      </p:sp>
      <p:sp>
        <p:nvSpPr>
          <p:cNvPr id="36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&amp;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Payroll month — four gates, zero spreadsheets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 ASSEMBLES ITSELF FROM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29488" y="178308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9216" y="1783080"/>
            <a:ext cx="2157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Attendance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paid days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81248" y="178308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0976" y="1783080"/>
            <a:ext cx="2157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Approved leave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paid / unpaid split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42736" y="1783080"/>
            <a:ext cx="2157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Approved overtime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× your multiplier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84768" y="178308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94496" y="1783080"/>
            <a:ext cx="2157984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Unexplained absence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auto deduction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118208" y="2496312"/>
            <a:ext cx="0" cy="2560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9968" y="2496312"/>
            <a:ext cx="0" cy="2560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1728" y="2496312"/>
            <a:ext cx="0" cy="2560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73488" y="2496312"/>
            <a:ext cx="0" cy="256032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18208" y="2752344"/>
            <a:ext cx="79552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5848" y="2752344"/>
            <a:ext cx="0" cy="310896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43788" y="30632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3516" y="3063240"/>
            <a:ext cx="20665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1 · VERIFY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tick every line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49828" y="30632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59556" y="3063240"/>
            <a:ext cx="20665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2 · RUN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draft for the month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55868" y="30632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5596" y="3063240"/>
            <a:ext cx="20665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3 · APPROVE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Head of People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861908" y="306324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71636" y="3063240"/>
            <a:ext cx="2066544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4 · FINALIZE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locks + notifies everyone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29788" y="3497580"/>
            <a:ext cx="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35828" y="3497580"/>
            <a:ext cx="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41868" y="3497580"/>
            <a:ext cx="32004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48640" y="4059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available until finalized — mistakes are cheap.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004908" y="3931920"/>
            <a:ext cx="0" cy="786384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18208" y="4718304"/>
            <a:ext cx="795528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18208" y="471830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69968" y="471830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21728" y="471830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073488" y="4718304"/>
            <a:ext cx="0" cy="310896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29488" y="5029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9216" y="5029200"/>
            <a:ext cx="215798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</a:rPr>
              <a:t>Payslips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branded · gratuity shown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581248" y="5029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90976" y="5029200"/>
            <a:ext cx="215798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</a:rPr>
              <a:t>WPS bank file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employer IDs · upload-ready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233008" y="5029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2736" y="5029200"/>
            <a:ext cx="215798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</a:rPr>
              <a:t>Gratuity liability CSV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end-of-service · UAE / KSA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884768" y="502920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94496" y="5029200"/>
            <a:ext cx="2157984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F172A"/>
                </a:solidFill>
              </a:rPr>
              <a:t>Variance vs last month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spot anomalies instantly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in the Gulf? The WPS bank file and gratuity / end-of-service are built in — UAE &amp; KSA presets, or any custom country.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pic>
        <p:nvPicPr>
          <p:cNvPr id="4" name="Image 0" descr="/sessions/charming-wonderful-shannon/mnt/outputs/bridge_assets/664ffff2b67632df7142991e8dcba3981dcf83b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93611"/>
            <a:ext cx="11094415" cy="47336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 hundred switches across 30+ areas — checked in the app AND again in the database.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event → the right people → only the channels they chose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2157984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SOMETHING HAPPENS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leave approved · checklist overdue · payslip ready · review opened…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2468880"/>
            <a:ext cx="5943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11880" y="1691640"/>
            <a:ext cx="2880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1691640"/>
            <a:ext cx="2660904" cy="1554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COMPANY SWITCHES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Per event: on / off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Master email switch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Templates you can edit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(subject, wording, button)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342900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3429000"/>
            <a:ext cx="2660904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</a:rPr>
              <a:t>PERSONAL CHOICES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Each person: email on / off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In-app alerts per event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Micro-level: one toggle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per event, per person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52060" y="3246120"/>
            <a:ext cx="0" cy="18288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366760" y="169164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1691640"/>
            <a:ext cx="284378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59669"/>
                </a:solidFill>
              </a:rPr>
              <a:t>IN-APP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bell inbox · tap opens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the exact page · always 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288036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F0F9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2880360"/>
            <a:ext cx="284378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4C7"/>
                </a:solidFill>
              </a:rPr>
              <a:t>EMAIL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branded template + button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respects every toggle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66760" y="4069080"/>
            <a:ext cx="30632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4069080"/>
            <a:ext cx="284378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59669"/>
                </a:solidFill>
              </a:rPr>
              <a:t>WHATSAPP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optional add-on · enabled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on request · Business API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2468880"/>
            <a:ext cx="11430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37660"/>
            <a:ext cx="114300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2194560"/>
            <a:ext cx="0" cy="237744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2194560"/>
            <a:ext cx="7315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35240" y="3383280"/>
            <a:ext cx="7315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35240" y="4572000"/>
            <a:ext cx="73152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" y="5321808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94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add-on — customised at micro level, per person: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68680" y="5687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opt-in with number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choice (payslip yes, chatter no)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566160" y="56875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 (e.g. 20:00–08:00)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per person (EN / AR / HI…)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56875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Critical-only mode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email if undelivered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098280" y="56875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audit trail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group chaos — 1-to-1, relevant only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BRIDGE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Bridge, instead of the usual options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run on spreadsheets plus chat, or a big HR suite priced per head. The honest comparison: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2478024"/>
                <a:gridCol w="2871216"/>
                <a:gridCol w="2871216"/>
                <a:gridCol w="2871216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Spreadsheets + chat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HR software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operations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 scroll away in 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— HR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+ HR in one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&amp; audit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Partial, often 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action logged, visible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re-typing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lives elsewhere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month's own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freedom, total chaos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tickets for changes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 switches, per-person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shape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“Free” until the first mistake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employee × month, forever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and predictable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Scattered across files &amp; phones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Locked-in in practice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own database · CSV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security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foundations — without the enterprise price tag.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64328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276856"/>
            <a:ext cx="621792" cy="621792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50" y="2426086"/>
            <a:ext cx="323332" cy="323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36192" y="2148840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database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36192" y="2478024"/>
            <a:ext cx="419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Supabase / PostgreSQL — the data is yours, not rented back to you.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78728" y="1965960"/>
            <a:ext cx="5364328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61608" y="2276856"/>
            <a:ext cx="621792" cy="621792"/>
          </a:xfrm>
          <a:prstGeom prst="ellipse">
            <a:avLst/>
          </a:prstGeom>
          <a:solidFill>
            <a:srgbClr val="0284C7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838" y="2426086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6280" y="2148840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266280" y="2478024"/>
            <a:ext cx="419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enforced inside the database, not just hidden in the app.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410712"/>
            <a:ext cx="5364328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721608"/>
            <a:ext cx="621792" cy="62179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50" y="3870838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36192" y="3593592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everywhere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536192" y="3922776"/>
            <a:ext cx="419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connections; passwords handled by an industry-standard auth service.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78728" y="3410712"/>
            <a:ext cx="5364328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61608" y="3721608"/>
            <a:ext cx="621792" cy="621792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838" y="3870838"/>
            <a:ext cx="323332" cy="3233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66280" y="3593592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audit log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266280" y="3922776"/>
            <a:ext cx="419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meaningful action recorded with a name and timestamp — exportable anytime.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4855464"/>
            <a:ext cx="5364328" cy="1243584"/>
          </a:xfrm>
          <a:prstGeom prst="roundRect">
            <a:avLst>
              <a:gd name="adj" fmla="val 6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334155">
                <a:alpha val="1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1520" y="5166360"/>
            <a:ext cx="621792" cy="621792"/>
          </a:xfrm>
          <a:prstGeom prst="ellipse">
            <a:avLst/>
          </a:prstGeom>
          <a:solidFill>
            <a:srgbClr val="334155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750" y="5315590"/>
            <a:ext cx="323332" cy="3233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36192" y="5038344"/>
            <a:ext cx="419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1536192" y="5367528"/>
            <a:ext cx="4193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any modern phone or computer browser. Nothing to update.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78728" y="4855464"/>
            <a:ext cx="5364328" cy="1243584"/>
          </a:xfrm>
          <a:prstGeom prst="roundRect">
            <a:avLst>
              <a:gd name="adj" fmla="val 661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461608" y="5166360"/>
            <a:ext cx="621792" cy="621792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838" y="5315590"/>
            <a:ext cx="323332" cy="3233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266280" y="4855464"/>
            <a:ext cx="4285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trust.
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at every step — from clock-in to payslip.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call to first payroll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path, not an implementation project.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935442" y="3026664"/>
            <a:ext cx="8320811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4818" y="2606040"/>
            <a:ext cx="841248" cy="84124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17" y="2807940"/>
            <a:ext cx="437449" cy="4374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100034" y="255117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0034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9562" y="3584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setup call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9562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&amp; geofence, departments, leave policy, roles.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88422" y="2606040"/>
            <a:ext cx="841248" cy="841248"/>
          </a:xfrm>
          <a:prstGeom prst="ellipse">
            <a:avLst/>
          </a:prstGeom>
          <a:solidFill>
            <a:srgbClr val="0284C7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0321" y="2807940"/>
            <a:ext cx="437449" cy="43744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73638" y="255117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73638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83166" y="3584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people are added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383166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gets a login and a guided “how this tab works” note on every page.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062026" y="2606040"/>
            <a:ext cx="841248" cy="84124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25" y="2807940"/>
            <a:ext cx="437449" cy="437449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647242" y="255117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647242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156770" y="3584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one → two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156770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+ checklists live in week one; leave &amp; approvals in week two.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835629" y="2606040"/>
            <a:ext cx="841248" cy="841248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7529" y="2807940"/>
            <a:ext cx="437449" cy="437449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420845" y="2551176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10420845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930373" y="3584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month-end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930373" y="399592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joins at the next month-end. Templates branded with your logo.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48640" y="5440680"/>
            <a:ext cx="11094415" cy="749808"/>
          </a:xfrm>
          <a:prstGeom prst="roundRect">
            <a:avLst>
              <a:gd name="adj" fmla="val 1097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04672" y="5541264"/>
            <a:ext cx="548640" cy="54864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5672938"/>
            <a:ext cx="285293" cy="28529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54480" y="5440680"/>
            <a:ext cx="98142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support channel with the Bridge team.  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adjustments are configuration, not development projects.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" cy="13716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749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</a:t>
            </a:r>
            <a:endParaRPr lang="en-US" sz="1200" dirty="0"/>
          </a:p>
        </p:txBody>
      </p:sp>
      <p:pic>
        <p:nvPicPr>
          <p:cNvPr id="4" name="Image 0" descr="/sessions/charming-wonderful-shannon/mnt/outputs/bridge_assets/2ab873d21050b77ab287a0ec4c27f81aff6bfb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9534" y="914400"/>
            <a:ext cx="8532628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setup, through every working day, to payroll, filings, reviews and insights — one connected loop.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· One workspace for your whole team's day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545775" y="64556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480560"/>
            <a:ext cx="1234440" cy="1234440"/>
          </a:xfrm>
          <a:prstGeom prst="ellipse">
            <a:avLst/>
          </a:prstGeom>
          <a:solidFill>
            <a:srgbClr val="05966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206240"/>
            <a:ext cx="822960" cy="822960"/>
          </a:xfrm>
          <a:prstGeom prst="ellipse">
            <a:avLst/>
          </a:prstGeom>
          <a:solidFill>
            <a:srgbClr val="0284C7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4937760"/>
            <a:ext cx="914400" cy="914400"/>
          </a:xfrm>
          <a:prstGeom prst="ellipse">
            <a:avLst/>
          </a:prstGeom>
          <a:solidFill>
            <a:srgbClr val="7C3AED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94960"/>
            <a:ext cx="1188720" cy="1188720"/>
          </a:xfrm>
          <a:prstGeom prst="ellipse">
            <a:avLst/>
          </a:prstGeom>
          <a:solidFill>
            <a:srgbClr val="E11D48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338560" y="5760720"/>
            <a:ext cx="640080" cy="640080"/>
          </a:xfrm>
          <a:prstGeom prst="ellipse">
            <a:avLst/>
          </a:prstGeom>
          <a:solidFill>
            <a:srgbClr val="D97706">
              <a:alpha val="1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777240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777240"/>
            <a:ext cx="146304" cy="146304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77724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444752" y="777240"/>
            <a:ext cx="146304" cy="14630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77724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9968" y="777240"/>
            <a:ext cx="146304" cy="146304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7373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where the work happens</a:t>
            </a:r>
            <a:pPr indent="0" marL="0">
              <a:buNone/>
            </a:pPr>
            <a:r>
              <a:rPr lang="en-US" sz="50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— one workspace for your whole team's day.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7589520" cy="155448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343400"/>
            <a:ext cx="658368" cy="658368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88900" dist="25400" dir="5400000">
              <a:srgbClr val="334155">
                <a:alpha val="1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4501408"/>
            <a:ext cx="342351" cy="34235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828800" y="41148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Bridge running on your own data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828800" y="46177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setup call — your first team working the same week.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6692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Product Overview</dc:title>
  <dc:subject>PptxGenJS Presentation</dc:subject>
  <dc:creator>Bridge</dc:creator>
  <cp:lastModifiedBy>Bridge</cp:lastModifiedBy>
  <cp:revision>1</cp:revision>
  <dcterms:created xsi:type="dcterms:W3CDTF">2026-07-07T19:07:00Z</dcterms:created>
  <dcterms:modified xsi:type="dcterms:W3CDTF">2026-07-07T19:07:00Z</dcterms:modified>
</cp:coreProperties>
</file>